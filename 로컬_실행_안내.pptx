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설문 데이터 툴킷을 개인 PC에서 실행하는 방법을 안내합니다. 처음 준비에 30분 정도 걸리고, 그 뒤로는 아이콘 더블클릭만 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클라우드는 편하지만 응답자 원자료를 올리기엔 맞지 않습니다. 특히 민감정보가 든 조사는 서비스 약관에서도 금지하고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공유가 꼭 필요한 도구만 클라우드에 남기고, 원자료를 다루는 도구는 로컬로 옮기는 방식도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단계 모두 한 번만 하면 됩니다. 이후로는 바탕화면 아이콘을 더블클릭하는 것으로 끝납니다.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체크박스가 이 단계의 전부라고 봐도 됩니다. 놓치면 나중에 python을 찾을 수 없다는 오류가 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둘 중 아무거나 괜찮습니다. Git을 안 써보셨다면 ZIP이 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파일이 파이썬 환경 준비를 대신 해줍니다. 명령어를 외울 필요가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번만 준비해두면 이후 사용은 클라우드와 다를 게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중 하나라도 놓치면 오류가 납니다. 반대로 이것만 지키면 대부분 문제없이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오류 메시지를 그대로 검색하기보다, 이 표에서 먼저 찾아보시면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 과정에서 막히는 부분이 있으면 함께 배포한 워드 가이드를 참고하시거나 문의해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206240" cy="4206240"/>
          </a:xfrm>
          <a:prstGeom prst="ellipse">
            <a:avLst/>
          </a:prstGeom>
          <a:solidFill>
            <a:srgbClr val="2A3577"/>
          </a:solidFill>
          <a:ln w="12700">
            <a:solidFill>
              <a:srgbClr val="2A35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480560"/>
            <a:ext cx="2926080" cy="2926080"/>
          </a:xfrm>
          <a:prstGeom prst="ellipse">
            <a:avLst/>
          </a:prstGeom>
          <a:solidFill>
            <a:srgbClr val="28316B"/>
          </a:solidFill>
          <a:ln w="12700">
            <a:solidFill>
              <a:srgbClr val="2831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 데이터 툴킷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PC에서 실행하기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32688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클라우드에 올려둔 앱을 그대로, 안전하게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30분  ·  이후 더블클릭 한 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내 PC에서 돌려야 하나요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업로드하는 파일의 성격이 달라졌습니다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860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32688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4290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응답자 이름·연락처·패널 ID가 담긴 원자료를 외부 서버에 올리게 됩니다.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1688" y="196596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4296" y="22860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54296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민감정보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54296" y="34290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건강·성적 지향·정치 성향 문항은 개인정보보호법상 민감정보로 분류됩니다.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83296" y="196596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2860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375904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자료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75904" y="34290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발주처 미공개 설문지는 계약상 외부 반출이 제한될 수 있습니다.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로컬에서 실행하면 파일이 PC 밖으로 나가지 않습니다. 위 세 가지가 한 번에 해결됩니다.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달라지나요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2F3F5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627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(클라우드)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2212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0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8448" y="22128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URL만 알면 어디서든 접속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A0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98448" y="27889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동료와 주소로 공유 가능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33649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8448" y="33649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파일이 외부 서버로 전송됨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39410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98448" y="39410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1GB 제한 · 1만 행이 한계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0120" y="45171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451713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한동안 안 쓰면 앱이 잠듦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63640" y="1371600"/>
            <a:ext cx="5285232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6276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(내 PC)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83680" y="2212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22008" y="2212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파일이 PC 밖으로 나가지 않음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8368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22008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제한 없음 · PC 사양만큼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83680" y="33649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22008" y="3364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앱이 잠들지 않아 즉시 실행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83680" y="39410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22008" y="39410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 공유 불가 · 각자 설치 필요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583680" y="45171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22008" y="45171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명령창을 켜둬야 함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한 줄도 바뀌지 않습니다. 화면과 조작법은 완전히 같습니다.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준비는 네 단계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1~3단계는 처음 한 번만, 그 뒤로는 4단계만 반복합니다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2542032" cy="2788920"/>
          </a:xfrm>
          <a:prstGeom prst="roundRect">
            <a:avLst>
              <a:gd name="adj" fmla="val 359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7632" y="213969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27632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설치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3814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77056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python.org에서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3.12 버전 내려받기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82112" y="36118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8792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438144" y="2423160"/>
            <a:ext cx="2542032" cy="2788920"/>
          </a:xfrm>
          <a:prstGeom prst="roundRect">
            <a:avLst>
              <a:gd name="adj" fmla="val 359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25696" y="213969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5696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21024" y="30175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내려받기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21024" y="343814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5분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21024" y="3877056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GitHub에서 받아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경로에 풀기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0176" y="36118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8792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236208" y="2423160"/>
            <a:ext cx="2542032" cy="2788920"/>
          </a:xfrm>
          <a:prstGeom prst="roundRect">
            <a:avLst>
              <a:gd name="adj" fmla="val 359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23760" y="2139696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19088" y="30175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실행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19088" y="343814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19088" y="3877056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파일 넣고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더블클릭 (자동 설치)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0" y="36118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8792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9034272" y="2423160"/>
            <a:ext cx="2542032" cy="2788920"/>
          </a:xfrm>
          <a:prstGeom prst="roundRect">
            <a:avLst>
              <a:gd name="adj" fmla="val 35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21824" y="2139696"/>
            <a:ext cx="566928" cy="566928"/>
          </a:xfrm>
          <a:prstGeom prst="ellipse">
            <a:avLst/>
          </a:prstGeom>
          <a:solidFill>
            <a:srgbClr val="E09B22"/>
          </a:solidFill>
          <a:ln w="12700">
            <a:solidFill>
              <a:srgbClr val="E09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21824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17152" y="30175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사용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17152" y="343814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5초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217152" y="3877056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아이콘 더블클릭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그게 전부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30분 정도. 어려운 작업은 없고, 대부분 설치가 끝나기를 기다리는 시간입니다.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44752" y="38404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설치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python.org 에서 3.12 버전을 받아 설치합니다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DF4E3"/>
          </a:solidFill>
          <a:ln w="19050">
            <a:solidFill>
              <a:srgbClr val="E09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65960"/>
            <a:ext cx="10369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첫 화면 맨 아래 "Add python.exe to PATH" 체크박스를 반드시 켜세요. 이걸 놓치면 앱이 파이썬을 찾지 못합니다.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4747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3.12 인가요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9319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버전(3.14 등)은 일부 패키지가 아직 지원하지 않아 설치가 실패합니다. 3.12가 가장 안전합니다.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3200400"/>
            <a:ext cx="5285232" cy="237744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34747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확인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38953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프롬프트를 열고 입력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4224528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EEF1F7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4224528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--version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800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3.12.x 가 나오면 성공입니다.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맥은 python.org에서 받거나 터미널에서 brew install python@3.12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44752" y="38404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내려받기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저장소를 PC로 가져옵니다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214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A · ZIP 다운로드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페이지 → 초록색 Code 버튼 → Download ZIP → 압축 풀기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4015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간단하지만 코드가 바뀔 때마다 다시 받아야 합니다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285232" cy="2240280"/>
          </a:xfrm>
          <a:prstGeom prst="roundRect">
            <a:avLst>
              <a:gd name="adj" fmla="val 408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21214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B · Git 사용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0" y="2633472"/>
            <a:ext cx="4645152" cy="384048"/>
          </a:xfrm>
          <a:prstGeom prst="roundRect">
            <a:avLst>
              <a:gd name="adj" fmla="val 14286"/>
            </a:avLst>
          </a:prstGeom>
          <a:solidFill>
            <a:srgbClr val="EEF1F7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2633472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&lt;저장소 주소&gt;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3163824"/>
            <a:ext cx="4645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git pull 한 번으로 최신화됩니다. 계속 고칠 예정이면 이쪽이 낫습니다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DF4E3"/>
          </a:solidFill>
          <a:ln w="19050">
            <a:solidFill>
              <a:srgbClr val="E09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526280"/>
            <a:ext cx="10369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8A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위치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경로에 한글이나 띄어쓰기가 없는 곳에 두세요. 일부 패키지가 한글 경로에서 오류를 냅니다.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532120"/>
            <a:ext cx="5349240" cy="594360"/>
          </a:xfrm>
          <a:prstGeom prst="roundRect">
            <a:avLst>
              <a:gd name="adj" fmla="val 10769"/>
            </a:avLst>
          </a:prstGeom>
          <a:solidFill>
            <a:srgbClr val="EAF6EE"/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5321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좋음    </a:t>
            </a:r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C:\survey-tools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5532120"/>
            <a:ext cx="5285232" cy="594360"/>
          </a:xfrm>
          <a:prstGeom prst="roundRect">
            <a:avLst>
              <a:gd name="adj" fmla="val 10769"/>
            </a:avLst>
          </a:prstGeom>
          <a:solidFill>
            <a:srgbClr val="FBEDED"/>
          </a:solidFill>
          <a:ln w="12700">
            <a:solidFill>
              <a:srgbClr val="E3B3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553212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나쁨    </a:t>
            </a:r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C:\Users\홍길동\바탕 화면\설문 도구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658368" cy="6583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44752" y="38404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실행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파일을 폴더에 넣고 더블클릭하면 나머지는 자동입니다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2048256"/>
            <a:ext cx="402336" cy="40233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448" y="193852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앱실행.bat 파일을 Home.py 가 있는 폴더에 넣습니다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98448" y="228600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윈도우 기준. 맥은 앱실행.command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" y="2980944"/>
            <a:ext cx="402336" cy="40233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98448" y="287121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더블클릭합니다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98448" y="321868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가상환경 생성과 패키지 설치가 자동으로 진행됩니다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" y="3913632"/>
            <a:ext cx="402336" cy="40233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98448" y="380390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 기다립니다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98448" y="415137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실행만 오래 걸리고, 두 번째부터는 바로 뜹니다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" y="4846320"/>
            <a:ext cx="402336" cy="40233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846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98448" y="473659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브라우저가 자동으로 열립니다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98448" y="508406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localhost:8501 주소에 앱이 나타납니다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0" y="1920240"/>
            <a:ext cx="3776472" cy="3401568"/>
          </a:xfrm>
          <a:prstGeom prst="roundRect">
            <a:avLst>
              <a:gd name="adj" fmla="val 268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0" y="22402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창을 닫지 마세요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046720" y="276148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앱을 쓰는 동안 검은 명령창은 열어둬야 합니다. 최소화는 괜찮습니다.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4041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끌 때는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46720" y="4389120"/>
            <a:ext cx="3246120" cy="502920"/>
          </a:xfrm>
          <a:prstGeom prst="roundRect">
            <a:avLst>
              <a:gd name="adj" fmla="val 12727"/>
            </a:avLst>
          </a:prstGeom>
          <a:solidFill>
            <a:srgbClr val="2A357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4389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Ctrl + C  또는 창 닫기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바탕화면에 바로가기를 만들어두면 다음부터 더 편합니다.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28316B"/>
          </a:solidFill>
          <a:ln w="12700">
            <a:solidFill>
              <a:srgbClr val="2831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777240"/>
            <a:ext cx="658368" cy="658368"/>
          </a:xfrm>
          <a:prstGeom prst="ellipse">
            <a:avLst/>
          </a:prstGeom>
          <a:solidFill>
            <a:srgbClr val="E09B22"/>
          </a:solidFill>
          <a:ln w="12700">
            <a:solidFill>
              <a:srgbClr val="E09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77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27632" y="77724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다음부터는 이게 전부입니다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88720" y="21488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057400" y="21854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아이콘 더블클릭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084832" y="2606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바탕화면의 앱실행 바로가기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383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057400" y="341985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작업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084832" y="3840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 쓰던 화면 그대로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461772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057400" y="465429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명령창 닫기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2084832" y="5074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작업이 끝나면 그냥 닫으면 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21040" y="2377440"/>
            <a:ext cx="3063240" cy="2377440"/>
          </a:xfrm>
          <a:prstGeom prst="roundRect">
            <a:avLst>
              <a:gd name="adj" fmla="val 4615"/>
            </a:avLst>
          </a:prstGeom>
          <a:solidFill>
            <a:srgbClr val="2A357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7432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09B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5초</a:t>
            </a:r>
            <a:endParaRPr lang="en-US" sz="6200" dirty="0"/>
          </a:p>
        </p:txBody>
      </p:sp>
      <p:sp>
        <p:nvSpPr>
          <p:cNvPr id="17" name="Text 15"/>
          <p:cNvSpPr/>
          <p:nvPr/>
        </p:nvSpPr>
        <p:spPr>
          <a:xfrm>
            <a:off x="8321040" y="3703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이후 앱을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켜는 데 걸리는 시간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세 가지만 기억하세요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0240" y="2176272"/>
            <a:ext cx="868680" cy="8686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21762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체크박스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설치 화면 맨 아래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"Add python.exe to PATH"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켜기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1688" y="178308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41848" y="2176272"/>
            <a:ext cx="868680" cy="8686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41848" y="21762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90288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경로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0288" y="379476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이름에 한글과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띄어쓰기 넣지 않기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C:\survey-tools 처럼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3296" y="178308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63456" y="2176272"/>
            <a:ext cx="868680" cy="8686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217627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11896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.venv 폴더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11896" y="379476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 보관함입니다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지우지 마세요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지웠다면 다시 더블클릭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막히면 가이드 문서의 "문제 해결" 표를 보시면 됩니다.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나오는 오류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원인이 하나로 정해져 있습니다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메시지가 뜨면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26480" y="1920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0881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231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'python'은(는) 내부 또는 외부 명령...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24231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체크박스를 안 켠 경우 · 파이썬 재설치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881360" cy="731520"/>
          </a:xfrm>
          <a:prstGeom prst="rect">
            <a:avLst/>
          </a:prstGeom>
          <a:solidFill>
            <a:srgbClr val="F6F8FC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pyreadstat 설치 오류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31546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버전이 너무 최신 · 3.12로 낮추기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10881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86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Port 8501 is already in use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38862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앱이 이미 켜져 있음 · localhost:8501 확인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731520"/>
          </a:xfrm>
          <a:prstGeom prst="rect">
            <a:avLst/>
          </a:prstGeom>
          <a:solidFill>
            <a:srgbClr val="F6F8FC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177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목록이 안 보임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46177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Home.py 가 있는 폴더에서 실행했는지 확인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10881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한글이 깨지거나 파일 읽기 실패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53492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경로에 한글이 있음 · 영문 경로로 이동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목록은 "로컬 실행 가이드" 문서 마지막 장에 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291840"/>
            <a:ext cx="4754880" cy="4754880"/>
          </a:xfrm>
          <a:prstGeom prst="ellipse">
            <a:avLst/>
          </a:prstGeom>
          <a:solidFill>
            <a:srgbClr val="28316B"/>
          </a:solidFill>
          <a:ln w="12700">
            <a:solidFill>
              <a:srgbClr val="2831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508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2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정리하면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144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설치하고,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편하게 씁니다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32688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원자료가 PC 밖으로 나가지 않고, 행 수 제한도 사라집니다.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461772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2A357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6177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"로컬 실행 가이드" 문서를 참고하세요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2026-08-25T00:54:19Z</dcterms:created>
  <dcterms:modified xsi:type="dcterms:W3CDTF">2026-08-25T00:54:19Z</dcterms:modified>
</cp:coreProperties>
</file>
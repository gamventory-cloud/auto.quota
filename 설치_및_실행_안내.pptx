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툴킷을 개인 PC에서 실행하는 방법을 안내합니다. 처음 준비에 30분 정도 걸리고, 그 뒤로는 아이콘 더블클릭만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클라우드는 편하지만 응답자 원자료를 올리기엔 맞지 않습니다. 특히 민감정보가 든 조사는 서비스 약관에서도 금지하고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단계 모두 한 번만 하면 됩니다. 이후로는 바탕화면 아이콘을 더블클릭하는 것으로 끝납니다.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체크박스가 이 단계의 전부라고 봐도 됩니다. 놓치면 나중에 python을 찾을 수 없다는 오류가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후에는 명령 프롬프트를 새로 열어야 합니다. 이미 열려 있던 창은 방금 설치한 프로그램을 찾지 못합니다. 저장소가 비공개면 로그인 창이 뜨는데, Sign in with your browser를 누르면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파일이 파이썬 환경 준비를 대신 해줍니다. 명령어를 외울 필요가 없습니다. 첫 실행만 오래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번만 준비해두면 이후 사용은 클라우드와 다를 게 없습니다. 코드가 업데이트되면 실행할 때 자동으로 받아오니 따로 하실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번째가 특히 중요합니다. 가상환경 폴더에는 만든 PC의 파이썬 경로가 박혀 있어서, 복사해 오면 동작하지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 메시지를 그대로 검색하기보다, 이 표에서 먼저 찾아보시면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과정에서 막히는 부분이 있으면 함께 배포한 워드 가이드를 참고하시거나 문의해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206240" cy="4206240"/>
          </a:xfrm>
          <a:prstGeom prst="ellipse">
            <a:avLst/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28316B"/>
          </a:solidFill>
          <a:ln w="12700">
            <a:solidFill>
              <a:srgbClr val="283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데이터 툴킷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PC에 설치하기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32688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설치하면 이후 업데이트는 자동입니다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30분  ·  이후 더블클릭 한 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내 PC에서 돌려야 하나요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업로드하는 파일의 성격이 달라졌습니다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응답자 이름 · 연락처 · 패널 ID가 담긴 원자료를 외부 서버에 올리게 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54296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민감정보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54296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· 성적 지향 · 정치 성향 문항은 개인정보보호법상 민감정보로 분류됩니다.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75904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자료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발주처 미공개 설문지는 계약상 외부 반출이 제한될 수 있습니다.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로컬에서 실행하면 파일이 PC 밖으로 나가지 않습니다. 위 세 가지가 한 번에 해결됩니다.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준비는 네 단계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처음 한 번만 하면 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7632" y="213969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7632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설치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python.org에서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3.12 버전 내려받기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82112" y="3611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792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438144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5696" y="213969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1024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설치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1024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21024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git-scm.com에서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기본값으로 설치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0176" y="3611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792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36208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213969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9088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받기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9088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19088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한 줄로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툴킷 폴더 만들기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3611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792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034272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21824" y="2139696"/>
            <a:ext cx="566928" cy="566928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21824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17152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17152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10분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17152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더블클릭하면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자동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명령어를 직접 입력하는 건 3단계 한 번뿐입니다. 나머지는 클릭으로 끝납니다.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4752" y="3840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설치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python.org 에서 3.12 버전을 받아 설치합니다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DF4E3"/>
          </a:solidFill>
          <a:ln w="19050">
            <a:solidFill>
              <a:srgbClr val="E09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6596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첫 화면 맨 아래 "Add python.exe to PATH" 체크박스를 반드시 켜세요. 이걸 놓치면 앱이 파이썬을 찾지 못합니다.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474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3.12 인가요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931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버전(3.14 등)은 일부 패키지가 아직 지원하지 않아 설치가 실패합니다. 3.12가 가장 안전합니다.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200400"/>
            <a:ext cx="5285232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4747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프롬프트를 열고 입력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224528"/>
            <a:ext cx="4663440" cy="402336"/>
          </a:xfrm>
          <a:prstGeom prst="roundRect">
            <a:avLst>
              <a:gd name="adj" fmla="val 13636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4224528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3.12.x 가 나오면 성공입니다.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맥은 python.org에서 받거나 터미널에서 brew install python@3.12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설치와 코드 받기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2단계와 3단계는 이어서 진행합니다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설치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git-scm.com 에서 내려받아 설치합니다.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60120" y="3200400"/>
            <a:ext cx="4709160" cy="64008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00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화면은 전부 기본값으로 Next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파이썬과 달리 켜야 하는 체크박스가 없습니다. 코드를 받아오고 자동 업데이트하는 데만 쓰이고, 직접 다룰 일은 없습니다.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285232" cy="3246120"/>
          </a:xfrm>
          <a:prstGeom prst="roundRect">
            <a:avLst>
              <a:gd name="adj" fmla="val 281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받기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프롬프트에서 두 줄 입력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0" y="3154680"/>
            <a:ext cx="4645152" cy="365760"/>
          </a:xfrm>
          <a:prstGeom prst="roundRect">
            <a:avLst>
              <a:gd name="adj" fmla="val 15000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15468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3584448"/>
            <a:ext cx="4645152" cy="365760"/>
          </a:xfrm>
          <a:prstGeom prst="roundRect">
            <a:avLst>
              <a:gd name="adj" fmla="val 15000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584448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&lt;저장소 주소&gt; Tool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C:\Tool 폴더가 만들어집니다. 저장소 주소는 관리자에게 받으세요.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DF4E3"/>
          </a:solidFill>
          <a:ln w="19050">
            <a:solidFill>
              <a:srgbClr val="E09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5349240"/>
            <a:ext cx="10369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위치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한글과 띄어쓰기가 없는 경로에 두세요. 바탕화면과 문서 폴더는 OneDrive 동기화 대상이라 피하는 게 좋습니다.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4752" y="3840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파일을 더블클릭하면 나머지는 자동입니다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048256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938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C:\Tool 폴더를 엽니다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8448" y="22860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맥은 홈 폴더 아래 Tool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87121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앱실행.bat 을 더블클릭합니다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98448" y="32186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맥은 앱실행.command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3913632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380390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기다립니다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98448" y="415137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환경과 패키지가 자동 설치됩니다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4846320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46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473659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브라우저가 자동으로 열립니다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98448" y="50840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localhost:8501 주소에 앱이 나타납니다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1920240"/>
            <a:ext cx="3776472" cy="3401568"/>
          </a:xfrm>
          <a:prstGeom prst="roundRect">
            <a:avLst>
              <a:gd name="adj" fmla="val 26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2240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창을 닫지 마세요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46720" y="2761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쓰는 동안 검은 명령창은 열어둬야 합니다. 최소화는 괜찮습니다.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 때는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4389120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389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C  또는 창 닫기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바탕화면에 바로가기를 만들어두면 다음부터 더 편합니다.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28316B"/>
          </a:solidFill>
          <a:ln w="12700">
            <a:solidFill>
              <a:srgbClr val="2831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다음부터는 이게 전부입니다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783080" y="21854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더블클릭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810512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바탕화면의 앱실행 바로가기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783080" y="34198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작업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810512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쓰던 화면 그대로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783080" y="46542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창 닫기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810512" y="5074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작업이 끝나면 그냥 닫으면 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560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138160" y="3840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실행할 때마다 최신 코드를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확인해서 받아옵니다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가지만 기억하세요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176272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1762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체크박스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설치 화면 맨 아래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"Add python.exe to PATH"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켜기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41848" y="2176272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41848" y="21762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9028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경로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0288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이름에 한글과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띄어쓰기 넣지 않기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C:\Tool 처럼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78308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63456" y="2176272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21762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11896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복사 금지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11896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PC에서 폴더째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오면 안 됩니다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 새로 받으세요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막히면 가이드 문서의 "문제 해결" 표를 보시면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나오는 오류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원인이 하나로 정해져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메시지가 뜨면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0" y="1920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'python' 은(는) 내부 또는 외부 명령...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423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체크박스를 안 켠 경우 · 파이썬 재설치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'git' 은(는) 내부 또는 외부 명령...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3154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프롬프트를 새로 열지 않은 경우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86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Python at ...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886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PC의 폴더를 복사해 옴 · .venv 지우고 재실행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Permission denied / 접근 권한 없음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46177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저장소에 초대 안 됨 · 관리자에게 문의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 8501 is already in use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5349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앱이 이미 켜져 있음 · localhost:8501 확인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목록은 "설치 및 실행 가이드" 문서 마지막 장에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291840"/>
            <a:ext cx="4754880" cy="4754880"/>
          </a:xfrm>
          <a:prstGeom prst="ellipse">
            <a:avLst/>
          </a:prstGeom>
          <a:solidFill>
            <a:srgbClr val="28316B"/>
          </a:solidFill>
          <a:ln w="12700">
            <a:solidFill>
              <a:srgbClr val="2831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설치하고,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편하게 씁니다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원자료가 PC 밖으로 나가지 않고, 행 수 제한도 사라집니다.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617720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177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"설치 및 실행 가이드" 문서를 참고하세요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2026-08-25T07:40:46Z</dcterms:created>
  <dcterms:modified xsi:type="dcterms:W3CDTF">2026-08-25T07:40:46Z</dcterms:modified>
</cp:coreProperties>
</file>